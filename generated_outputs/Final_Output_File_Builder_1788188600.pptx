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Final Output File Builder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LiteMind AI Orchestration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from Dependency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### 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Based on task query context: 'Task Goal: Synthesis &amp; Content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Description: Synthesize research facts into clear structured document sections.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...'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...'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#### Key Findings &amp; Highlights: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**Primary Theme**: Comprehensive structured analysis generated for the request.</a:t>
            </a:r>
          </a:p>
          <a:p>
            <a:pPr/>
            <a:r>
              <a:t>2. **Core Insights**: Harnessing multi-tool orchestration allows optimal processing across specialized capability nodes.</a:t>
            </a:r>
          </a:p>
          <a:p>
            <a:pPr/>
            <a:r>
              <a:t>3. **Conclusion**: Task objective successfully achieved with verified data sources and formatted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